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A9396"/>
                </a:solidFill>
              </a:rPr>
              <a:t>SHARED AGENT INTELLIGENCE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From Local Files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to Company-Wide Knowledge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D2BD"/>
                </a:solidFill>
              </a:rPr>
              <a:t>How a vector database transforms how AI agents learn, remember, and share knowledge across your entire organisation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5B0"/>
                </a:solidFill>
              </a:rPr>
              <a:t>Numberskills AB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A9396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474720"/>
          </a:xfrm>
          <a:prstGeom prst="rect">
            <a:avLst/>
          </a:prstGeom>
          <a:solidFill>
            <a:srgbClr val="132432"/>
          </a:solidFill>
          <a:ln w="12700">
            <a:solidFill>
              <a:srgbClr val="1E3A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E9B00"/>
                </a:solidFill>
              </a:rPr>
              <a:t>The Sticky Note Problem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64008" cy="36576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D2BD"/>
                </a:solidFill>
              </a:rPr>
              <a:t>Imagine every developer at your company has a notebook of tricks.
</a:t>
            </a:r>
            <a:pPr algn="l" indent="0" marL="0">
              <a:buNone/>
            </a:pPr>
            <a:r>
              <a:rPr lang="en-US" sz="1300" dirty="0">
                <a:solidFill>
                  <a:srgbClr val="94D2BD"/>
                </a:solidFill>
              </a:rPr>
              <a:t>How to query the database.
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D2BD"/>
                </a:solidFill>
              </a:rPr>
              <a:t>How to format a report.
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D2BD"/>
                </a:solidFill>
              </a:rPr>
              <a:t>How to avoid a common bug.
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9D8A6"/>
                </a:solidFill>
              </a:rPr>
              <a:t>Those notebooks stay on each person's desk.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D2BD"/>
                </a:solidFill>
              </a:rPr>
              <a:t>When someone quits or a new person joins — the knowledge disappears or has to be rebuilt from scratch.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4206240" cy="3474720"/>
          </a:xfrm>
          <a:prstGeom prst="rect">
            <a:avLst/>
          </a:prstGeom>
          <a:solidFill>
            <a:srgbClr val="132432"/>
          </a:solidFill>
          <a:ln w="12700">
            <a:solidFill>
              <a:srgbClr val="1E3A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E9B00"/>
                </a:solidFill>
              </a:rPr>
              <a:t>Claude Code Today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234440"/>
            <a:ext cx="64008" cy="36576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691640"/>
          <a:ext cx="3931920" cy="2743200"/>
        </p:xfrm>
        <a:graphic>
          <a:graphicData uri="http://schemas.openxmlformats.org/drawingml/2006/table">
            <a:tbl>
              <a:tblPr/>
              <a:tblGrid>
                <a:gridCol w="3931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D2BD"/>
                          </a:solidFill>
                        </a:rPr>
                        <a:t>Skills live in ~/.claude/skills/ — local only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D2BD"/>
                          </a:solidFill>
                        </a:rPr>
                        <a:t>CLAUDE.md, SOUL.md, memory files — all flat text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D2BD"/>
                          </a:solidFill>
                        </a:rPr>
                        <a:t>One developer's breakthrough is invisible to others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D2BD"/>
                          </a:solidFill>
                        </a:rPr>
                        <a:t>Context window fills up with stale/irrelevant files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D2BD"/>
                          </a:solidFill>
                        </a:rPr>
                        <a:t>New agent? Starts from zero. Every time.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A9396"/>
                </a:solidFill>
              </a:rPr>
              <a:t>WHAT IS A VECTOR DATABASE?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9D8A6"/>
                </a:solidFill>
              </a:rPr>
              <a:t>ELI5: The Smart Library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D2BD"/>
                </a:solidFill>
              </a:rPr>
              <a:t>A normal database finds things by exact match — like looking up a word in an index.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D2BD"/>
                </a:solidFill>
              </a:rPr>
              <a:t>A vector database finds things by meaning — like a librarian who reads your mind.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2651760" cy="2743200"/>
          </a:xfrm>
          <a:prstGeom prst="rect">
            <a:avLst/>
          </a:prstGeom>
          <a:solidFill>
            <a:srgbClr val="132432"/>
          </a:solidFill>
          <a:ln w="12700">
            <a:solidFill>
              <a:srgbClr val="1E3A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48840"/>
            <a:ext cx="2651760" cy="38404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854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219"/>
                </a:solidFill>
              </a:rPr>
              <a:t>Normal Search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24231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You search "DAX query"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Only finds docs containing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exact words "DAX query"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Misses: "Power BI formula",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"lakehouse measure", etc.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148840"/>
            <a:ext cx="2651760" cy="2743200"/>
          </a:xfrm>
          <a:prstGeom prst="rect">
            <a:avLst/>
          </a:prstGeom>
          <a:solidFill>
            <a:srgbClr val="132432"/>
          </a:solidFill>
          <a:ln w="12700">
            <a:solidFill>
              <a:srgbClr val="1E3A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148840"/>
            <a:ext cx="2651760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1854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219"/>
                </a:solidFill>
              </a:rPr>
              <a:t>Vector Search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2606040"/>
            <a:ext cx="24231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You search "DAX query"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Finds everything semantically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related — DAX, MDX, measures,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calculated columns, Power BI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— regardless of exact words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148840"/>
            <a:ext cx="2651760" cy="2743200"/>
          </a:xfrm>
          <a:prstGeom prst="rect">
            <a:avLst/>
          </a:prstGeom>
          <a:solidFill>
            <a:srgbClr val="132432"/>
          </a:solidFill>
          <a:ln w="12700">
            <a:solidFill>
              <a:srgbClr val="1E3A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2148840"/>
            <a:ext cx="2651760" cy="384048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854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219"/>
                </a:solidFill>
              </a:rPr>
              <a:t>Your Agent Uses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2606040"/>
            <a:ext cx="24231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"How do I query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a Fabric lakehouse?"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Agent gets the right skill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instantly — even if the skill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was written with completely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different words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E9B00"/>
                </a:solidFill>
              </a:rPr>
              <a:t>THE CONTEXT TAX — A CONFIRMED BUG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200400" cy="3749040"/>
          </a:xfrm>
          <a:prstGeom prst="rect">
            <a:avLst/>
          </a:prstGeom>
          <a:solidFill>
            <a:srgbClr val="132432"/>
          </a:solidFill>
          <a:ln w="12700">
            <a:solidFill>
              <a:srgbClr val="1E3A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E9B00"/>
                </a:solidFill>
              </a:rPr>
              <a:t>19%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D2BD"/>
                </a:solidFill>
              </a:rPr>
              <a:t>of your 200k context window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D2BD"/>
                </a:solidFill>
              </a:rPr>
              <a:t>gone before work begins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A5B0"/>
                </a:solidFill>
              </a:rPr>
              <a:t>21 skills  ·  38,000 tokens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45566"/>
                </a:solidFill>
              </a:rPr>
              <a:t>GitHub #15662  ·  Dec 2025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45566"/>
                </a:solidFill>
              </a:rPr>
              <a:t>Still open  ·  Apr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1051560"/>
            <a:ext cx="4937760" cy="3749040"/>
          </a:xfrm>
          <a:prstGeom prst="rect">
            <a:avLst/>
          </a:prstGeom>
          <a:solidFill>
            <a:srgbClr val="132432"/>
          </a:solidFill>
          <a:ln w="12700">
            <a:solidFill>
              <a:srgbClr val="1E3A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77640" y="1188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9D8A6"/>
                </a:solidFill>
              </a:rPr>
              <a:t>Skill token costs at session start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1188720"/>
            <a:ext cx="64008" cy="32004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1627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pricing-consultant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682496"/>
            <a:ext cx="2377440" cy="164592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682496"/>
            <a:ext cx="2377440" cy="16459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16276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5B0"/>
                </a:solidFill>
              </a:rPr>
              <a:t>4.4k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7764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skill-creator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2112264"/>
            <a:ext cx="2377440" cy="164592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2112264"/>
            <a:ext cx="2329891" cy="16459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057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5B0"/>
                </a:solidFill>
              </a:rPr>
              <a:t>4.3k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77640" y="24871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sora-2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2542032"/>
            <a:ext cx="2377440" cy="164592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2542032"/>
            <a:ext cx="2163470" cy="16459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24871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5B0"/>
                </a:solidFill>
              </a:rPr>
              <a:t>4.0k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77640" y="2916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positioning-consultant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2971800"/>
            <a:ext cx="2377440" cy="164592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2971800"/>
            <a:ext cx="1997050" cy="16459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0" y="291693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5B0"/>
                </a:solidFill>
              </a:rPr>
              <a:t>3.7k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77640" y="3346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veo-video-generator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3401568"/>
            <a:ext cx="2377440" cy="164592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3401568"/>
            <a:ext cx="1450238" cy="16459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0" y="33467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5B0"/>
                </a:solidFill>
              </a:rPr>
              <a:t>2.7k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77640" y="3776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saas-landing-page-expert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3831336"/>
            <a:ext cx="2377440" cy="164592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3831336"/>
            <a:ext cx="1355141" cy="16459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0" y="37764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5B0"/>
                </a:solidFill>
              </a:rPr>
              <a:t>2.5k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7764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+ 15 more skills…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977640" y="4480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56677"/>
                </a:solidFill>
              </a:rPr>
              <a:t>Skills load their full markdown body at every session start.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556677"/>
                </a:solidFill>
              </a:rPr>
              <a:t>Documentation says lazy-load — reality is full eager load.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A9396"/>
                </a:solidFill>
              </a:rPr>
              <a:t>BEYOND SKILLS — ALL KNOWLEDGE FILES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OpenClaw uses 200+ markdown files to govern agent behaviour.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Right now that's a liability. In a VectorDB it becomes a strategic asset.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651760" cy="1188720"/>
          </a:xfrm>
          <a:prstGeom prst="rect">
            <a:avLst/>
          </a:prstGeom>
          <a:solidFill>
            <a:srgbClr val="F4F4F4"/>
          </a:solidFill>
          <a:ln w="12700">
            <a:solidFill>
              <a:srgbClr val="C8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64008" cy="1188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0116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8928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CLAUDE.md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22037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Rules &amp; behaviour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05840" y="2514600"/>
            <a:ext cx="731520" cy="201168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52374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219"/>
                </a:solidFill>
              </a:rPr>
              <a:t>governance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1691640"/>
            <a:ext cx="2651760" cy="1188720"/>
          </a:xfrm>
          <a:prstGeom prst="rect">
            <a:avLst/>
          </a:prstGeom>
          <a:solidFill>
            <a:srgbClr val="F4F4F4"/>
          </a:solidFill>
          <a:ln w="12700">
            <a:solidFill>
              <a:srgbClr val="C8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691640"/>
            <a:ext cx="64008" cy="1188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201168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40480" y="18928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SOUL.md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840480" y="22037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Identity &amp; context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840480" y="2514600"/>
            <a:ext cx="731520" cy="201168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840480" y="252374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219"/>
                </a:solidFill>
              </a:rPr>
              <a:t>identity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35040" y="1691640"/>
            <a:ext cx="2651760" cy="1188720"/>
          </a:xfrm>
          <a:prstGeom prst="rect">
            <a:avLst/>
          </a:prstGeom>
          <a:solidFill>
            <a:srgbClr val="F4F4F4"/>
          </a:solidFill>
          <a:ln w="12700">
            <a:solidFill>
              <a:srgbClr val="C8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5040" y="1691640"/>
            <a:ext cx="64008" cy="1188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011680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75120" y="18928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memory/*.md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675120" y="22037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Past decisions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675120" y="2514600"/>
            <a:ext cx="731520" cy="201168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675120" y="252374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219"/>
                </a:solidFill>
              </a:rPr>
              <a:t>memory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65760" y="3017520"/>
            <a:ext cx="2651760" cy="1188720"/>
          </a:xfrm>
          <a:prstGeom prst="rect">
            <a:avLst/>
          </a:prstGeom>
          <a:solidFill>
            <a:srgbClr val="F4F4F4"/>
          </a:solidFill>
          <a:ln w="12700">
            <a:solidFill>
              <a:srgbClr val="C8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65760" y="3017520"/>
            <a:ext cx="64008" cy="1188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337560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05840" y="32186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skills/*.md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1005840" y="35295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How-to patterns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1005840" y="3840480"/>
            <a:ext cx="731520" cy="201168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1005840" y="38496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219"/>
                </a:solidFill>
              </a:rPr>
              <a:t>skills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200400" y="3017520"/>
            <a:ext cx="2651760" cy="1188720"/>
          </a:xfrm>
          <a:prstGeom prst="rect">
            <a:avLst/>
          </a:prstGeom>
          <a:solidFill>
            <a:srgbClr val="F4F4F4"/>
          </a:solidFill>
          <a:ln w="12700">
            <a:solidFill>
              <a:srgbClr val="C8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200400" y="3017520"/>
            <a:ext cx="64008" cy="1188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337560"/>
            <a:ext cx="384048" cy="38404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840480" y="32186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HEARTBEAT.md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3840480" y="35295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Session state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3840480" y="3840480"/>
            <a:ext cx="731520" cy="201168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840480" y="38496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219"/>
                </a:solidFill>
              </a:rPr>
              <a:t>state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035040" y="3017520"/>
            <a:ext cx="2651760" cy="1188720"/>
          </a:xfrm>
          <a:prstGeom prst="rect">
            <a:avLst/>
          </a:prstGeom>
          <a:solidFill>
            <a:srgbClr val="F4F4F4"/>
          </a:solidFill>
          <a:ln w="12700">
            <a:solidFill>
              <a:srgbClr val="C8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035040" y="3017520"/>
            <a:ext cx="64008" cy="1188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3337560"/>
            <a:ext cx="384048" cy="38404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675120" y="32186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research/*.md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6675120" y="35295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Gathered knowledge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6675120" y="3840480"/>
            <a:ext cx="731520" cy="201168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6675120" y="38496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219"/>
                </a:solidFill>
              </a:rPr>
              <a:t>research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8412480" y="1691640"/>
            <a:ext cx="457200" cy="3200400"/>
          </a:xfrm>
          <a:prstGeom prst="rect">
            <a:avLst/>
          </a:prstGeom>
          <a:solidFill>
            <a:srgbClr val="132432"/>
          </a:solidFill>
          <a:ln w="12700">
            <a:solidFill>
              <a:srgbClr val="1E3A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Text 40"/>
          <p:cNvSpPr/>
          <p:nvPr/>
        </p:nvSpPr>
        <p:spPr>
          <a:xfrm rot="16200000">
            <a:off x="8458200" y="1783080"/>
            <a:ext cx="365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9B00"/>
                </a:solidFill>
              </a:rPr>
              <a:t>All of this → one queryable index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A9396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6400800" cy="82296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63040" y="107899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AGENTS &amp; DEVELOPERS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4447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EF0"/>
                </a:solidFill>
              </a:rPr>
              <a:t>Any Claude Code instance, any machine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0" y="2148840"/>
            <a:ext cx="6400800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63040" y="222199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company-skills-mcp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5877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EF0"/>
                </a:solidFill>
              </a:rPr>
              <a:t>Local MCP server — wraps Azure AI Search REST 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3291840"/>
            <a:ext cx="6400800" cy="82296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63040" y="336499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AZURE AI SEARCH  ·  skills-v1 index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37307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EF0"/>
                </a:solidFill>
              </a:rPr>
              <a:t>Vector + keyword search  ·  Entra ID auth  ·  ~$25/month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1828800"/>
            <a:ext cx="54864" cy="320040"/>
          </a:xfrm>
          <a:prstGeom prst="rect">
            <a:avLst/>
          </a:prstGeom>
          <a:solidFill>
            <a:srgbClr val="8AA5B0"/>
          </a:solidFill>
          <a:ln w="12700">
            <a:solidFill>
              <a:srgbClr val="8AA5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2971800"/>
            <a:ext cx="54864" cy="320040"/>
          </a:xfrm>
          <a:prstGeom prst="rect">
            <a:avLst/>
          </a:prstGeom>
          <a:solidFill>
            <a:srgbClr val="8AA5B0"/>
          </a:solidFill>
          <a:ln w="12700">
            <a:solidFill>
              <a:srgbClr val="8AA5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A5B0"/>
                </a:solidFill>
              </a:rPr>
              <a:t>Embeddings generated by Azure OpenAI text-embedding-3-small  ·  Hybrid keyword + vector search  ·  CI sync on git push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A9396"/>
                </a:solidFill>
              </a:rPr>
              <a:t>HOW IT WORKS IN PRACTICE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011680" cy="3566160"/>
          </a:xfrm>
          <a:prstGeom prst="rect">
            <a:avLst/>
          </a:prstGeom>
          <a:solidFill>
            <a:srgbClr val="132432"/>
          </a:solidFill>
          <a:ln w="12700">
            <a:solidFill>
              <a:srgbClr val="1E3A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01168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1219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1219"/>
                </a:solidFill>
              </a:rPr>
              <a:t>Agent needs a skill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664208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D2BD"/>
                </a:solidFill>
              </a:rPr>
              <a:t>Calls skill_search(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D2BD"/>
                </a:solidFill>
              </a:rPr>
              <a:t>"how to query Fabric lakehouse"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D2BD"/>
                </a:solidFill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D2BD"/>
                </a:solidFill>
              </a:rPr>
              <a:t>No exact match needed.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77440" y="2651760"/>
            <a:ext cx="91440" cy="54864"/>
          </a:xfrm>
          <a:prstGeom prst="rect">
            <a:avLst/>
          </a:prstGeom>
          <a:solidFill>
            <a:srgbClr val="8AA5B0"/>
          </a:solidFill>
          <a:ln w="12700">
            <a:solidFill>
              <a:srgbClr val="8AA5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097280"/>
            <a:ext cx="2011680" cy="3566160"/>
          </a:xfrm>
          <a:prstGeom prst="rect">
            <a:avLst/>
          </a:prstGeom>
          <a:solidFill>
            <a:srgbClr val="132432"/>
          </a:solidFill>
          <a:ln w="12700">
            <a:solidFill>
              <a:srgbClr val="1E3A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97280"/>
            <a:ext cx="2011680" cy="4572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1219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26080" y="11430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1219"/>
                </a:solidFill>
              </a:rPr>
              <a:t>Index returns matches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78608" y="1664208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D2BD"/>
                </a:solidFill>
              </a:rPr>
              <a:t>Top 3 results ranked by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D2BD"/>
                </a:solidFill>
              </a:rPr>
              <a:t>semantic similarity.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D2BD"/>
                </a:solidFill>
              </a:rPr>
              <a:t>Score &gt; 0.82 = confident match.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26280" y="2651760"/>
            <a:ext cx="91440" cy="54864"/>
          </a:xfrm>
          <a:prstGeom prst="rect">
            <a:avLst/>
          </a:prstGeom>
          <a:solidFill>
            <a:srgbClr val="8AA5B0"/>
          </a:solidFill>
          <a:ln w="12700">
            <a:solidFill>
              <a:srgbClr val="8AA5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097280"/>
            <a:ext cx="2011680" cy="3566160"/>
          </a:xfrm>
          <a:prstGeom prst="rect">
            <a:avLst/>
          </a:prstGeom>
          <a:solidFill>
            <a:srgbClr val="132432"/>
          </a:solidFill>
          <a:ln w="12700">
            <a:solidFill>
              <a:srgbClr val="1E3A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097280"/>
            <a:ext cx="2011680" cy="457200"/>
          </a:xfrm>
          <a:prstGeom prst="rect">
            <a:avLst/>
          </a:prstGeom>
          <a:solidFill>
            <a:srgbClr val="6BAF92"/>
          </a:solidFill>
          <a:ln w="12700">
            <a:solidFill>
              <a:srgbClr val="6BAF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1219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74920" y="11430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1219"/>
                </a:solidFill>
              </a:rPr>
              <a:t>Skill is fetched &amp; run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27448" y="1664208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D2BD"/>
                </a:solidFill>
              </a:rPr>
              <a:t>Full markdown body retrieved.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D2BD"/>
                </a:solidFill>
              </a:rPr>
              <a:t>Agent follows the instructions.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D2BD"/>
                </a:solidFill>
              </a:rPr>
              <a:t>Task completed.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2651760"/>
            <a:ext cx="91440" cy="54864"/>
          </a:xfrm>
          <a:prstGeom prst="rect">
            <a:avLst/>
          </a:prstGeom>
          <a:solidFill>
            <a:srgbClr val="8AA5B0"/>
          </a:solidFill>
          <a:ln w="12700">
            <a:solidFill>
              <a:srgbClr val="8AA5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1097280"/>
            <a:ext cx="2011680" cy="3566160"/>
          </a:xfrm>
          <a:prstGeom prst="rect">
            <a:avLst/>
          </a:prstGeom>
          <a:solidFill>
            <a:srgbClr val="132432"/>
          </a:solidFill>
          <a:ln w="12700">
            <a:solidFill>
              <a:srgbClr val="1E3A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097280"/>
            <a:ext cx="2011680" cy="457200"/>
          </a:xfrm>
          <a:prstGeom prst="rect">
            <a:avLst/>
          </a:prstGeom>
          <a:solidFill>
            <a:srgbClr val="E9D8A6"/>
          </a:solidFill>
          <a:ln w="12700">
            <a:solidFill>
              <a:srgbClr val="E9D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1219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23760" y="11430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1219"/>
                </a:solidFill>
              </a:rPr>
              <a:t>New skill contributed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76288" y="1664208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D2BD"/>
                </a:solidFill>
              </a:rPr>
              <a:t>Agent pushes new patterns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D2BD"/>
                </a:solidFill>
              </a:rPr>
              <a:t>back via skill_push.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D2BD"/>
                </a:solidFill>
              </a:rPr>
              <a:t>Status: draft → review → approved.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A9396"/>
                </a:solidFill>
              </a:rPr>
              <a:t>THE UPSIDES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1188720"/>
          </a:xfrm>
          <a:prstGeom prst="rect">
            <a:avLst/>
          </a:prstGeom>
          <a:solidFill>
            <a:srgbClr val="132432"/>
          </a:solidFill>
          <a:ln w="12700">
            <a:solidFill>
              <a:srgbClr val="1E3A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64008" cy="1188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8988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143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D8A6"/>
                </a:solidFill>
              </a:rPr>
              <a:t>Company-wide knowledge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24128" y="15087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One developer's breakthrough is available to every agent and developer instantly. No manual sharing.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0" y="1005840"/>
            <a:ext cx="4023360" cy="1188720"/>
          </a:xfrm>
          <a:prstGeom prst="rect">
            <a:avLst/>
          </a:prstGeom>
          <a:solidFill>
            <a:srgbClr val="132432"/>
          </a:solidFill>
          <a:ln w="12700">
            <a:solidFill>
              <a:srgbClr val="1E3A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005840"/>
            <a:ext cx="64008" cy="1188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8988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6088" y="1143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D8A6"/>
                </a:solidFill>
              </a:rPr>
              <a:t>Smarter context loading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276088" y="15087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Instead of stuffing the context window with 200 files, the agent asks for exactly what it needs right now.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322576"/>
            <a:ext cx="4023360" cy="1188720"/>
          </a:xfrm>
          <a:prstGeom prst="rect">
            <a:avLst/>
          </a:prstGeom>
          <a:solidFill>
            <a:srgbClr val="132432"/>
          </a:solidFill>
          <a:ln w="12700">
            <a:solidFill>
              <a:srgbClr val="1E3A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322576"/>
            <a:ext cx="64008" cy="1188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06624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24597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D8A6"/>
                </a:solidFill>
              </a:rPr>
              <a:t>Compounding returns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24128" y="282549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Every agent run makes the index smarter. The more it's used, the better it gets. Virtuous cycle.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0" y="2322576"/>
            <a:ext cx="4023360" cy="1188720"/>
          </a:xfrm>
          <a:prstGeom prst="rect">
            <a:avLst/>
          </a:prstGeom>
          <a:solidFill>
            <a:srgbClr val="132432"/>
          </a:solidFill>
          <a:ln w="12700">
            <a:solidFill>
              <a:srgbClr val="1E3A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0" y="2322576"/>
            <a:ext cx="64008" cy="1188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706624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76088" y="24597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D8A6"/>
                </a:solidFill>
              </a:rPr>
              <a:t>Governance baked in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276088" y="282549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Draft → approved workflow. Bad patterns can't go company-wide without review. Tombstone instead of delete.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0040" y="3639312"/>
            <a:ext cx="4023360" cy="1188720"/>
          </a:xfrm>
          <a:prstGeom prst="rect">
            <a:avLst/>
          </a:prstGeom>
          <a:solidFill>
            <a:srgbClr val="132432"/>
          </a:solidFill>
          <a:ln w="12700">
            <a:solidFill>
              <a:srgbClr val="1E3A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0040" y="3639312"/>
            <a:ext cx="64008" cy="1188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02336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24128" y="37764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D8A6"/>
                </a:solidFill>
              </a:rPr>
              <a:t>Works for everything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024128" y="41422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Not just skills. CLAUDE.md rules, memory files, research docs, project decisions — all queryable by meaning.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572000" y="3639312"/>
            <a:ext cx="4023360" cy="1188720"/>
          </a:xfrm>
          <a:prstGeom prst="rect">
            <a:avLst/>
          </a:prstGeom>
          <a:solidFill>
            <a:srgbClr val="132432"/>
          </a:solidFill>
          <a:ln w="12700">
            <a:solidFill>
              <a:srgbClr val="1E3A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572000" y="3639312"/>
            <a:ext cx="64008" cy="1188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02336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76088" y="37764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D8A6"/>
                </a:solidFill>
              </a:rPr>
              <a:t>Azure-native, ~$25/month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276088" y="41422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Entra ID auth, managed service, no infra to run. Fits inside existing Microsoft agreements.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A9396"/>
                </a:solidFill>
              </a:rPr>
              <a:t>WHAT THIS UNLOCKS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RAG for Agent Identity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D2BD"/>
                </a:solidFill>
              </a:rPr>
              <a:t>Most AI agent frameworks govern behaviour through markdown files.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D2BD"/>
                </a:solidFill>
              </a:rPr>
              <a:t>They're solving the right problem with the wrong tool.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D2BD"/>
                </a:solidFill>
              </a:rPr>
              <a:t>The files aren't the bottleneck — retrieval 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594360" cy="7132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5146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219"/>
                </a:solidFill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238658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D8A6"/>
                </a:solidFill>
              </a:rPr>
              <a:t>Skills in the cloud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7157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D2BD"/>
                </a:solidFill>
              </a:rPr>
              <a:t>Every skill available to every agent. ~$25/month. 2 weeks to ship.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218688"/>
            <a:ext cx="594360" cy="7132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0156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219"/>
                </a:solidFill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327355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D8A6"/>
                </a:solidFill>
              </a:rPr>
              <a:t>All .md files indexed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60273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D2BD"/>
                </a:solidFill>
              </a:rPr>
              <a:t>CLAUDE.md, memory, research — all queryable. Context window reclaimed.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105656"/>
            <a:ext cx="594360" cy="7132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28853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219"/>
                </a:solidFill>
              </a:rPr>
              <a:t>Phase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" y="41605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D8A6"/>
                </a:solidFill>
              </a:rPr>
              <a:t>Auto-extraction flywheel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48970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D2BD"/>
                </a:solidFill>
              </a:rPr>
              <a:t>Successful agent patterns auto-proposed as skills. Humans approve. Index grows itself.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219"/>
          </a:solidFill>
          <a:ln w="12700">
            <a:solidFill>
              <a:srgbClr val="0012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4008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Skills don't die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when someone closes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their laptop.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D2BD"/>
                </a:solidFill>
              </a:rPr>
              <a:t>They live in the index. They improve with every use.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94D2BD"/>
                </a:solidFill>
              </a:rPr>
              <a:t>They're available to every agent, everywhere, always.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5B0"/>
                </a:solidFill>
              </a:rPr>
              <a:t>Jason Nicolini  ·  jason.nicolini@numberskills.se  ·  Numberskills AB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Shared Agent Intelligence via VectorDB</dc:title>
  <dc:subject>PptxGenJS Presentation</dc:subject>
  <dc:creator>Jason Nicolini — Numberskills AB</dc:creator>
  <cp:lastModifiedBy>Jason Nicolini — Numberskills AB</cp:lastModifiedBy>
  <cp:revision>1</cp:revision>
  <dcterms:created xsi:type="dcterms:W3CDTF">2026-04-17T09:47:24Z</dcterms:created>
  <dcterms:modified xsi:type="dcterms:W3CDTF">2026-04-17T09:47:24Z</dcterms:modified>
</cp:coreProperties>
</file>